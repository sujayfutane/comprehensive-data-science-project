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ML Deployment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Data Science Internship Project</a:t>
            </a:r>
          </a:p>
          <a:p>
            <a:r>
              <a:t>Author: Sujay Futane</a:t>
            </a:r>
          </a:p>
          <a:p>
            <a:r>
              <a:t>Domain: Predictive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decision-making is slow and error-prone.</a:t>
            </a:r>
          </a:p>
          <a:p>
            <a:r>
              <a:t>Organizations need accurate, automated predictions.</a:t>
            </a:r>
          </a:p>
          <a:p>
            <a:r>
              <a:t>Objective: Build a scalable ML solution with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Accuracy / F1-score</a:t>
            </a:r>
          </a:p>
          <a:p>
            <a:r>
              <a:t>Prediction latency &lt; 1 sec</a:t>
            </a:r>
          </a:p>
          <a:p>
            <a:r>
              <a:t>Reusable &amp; deployable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dataset generated using NumPy &amp; Pandas</a:t>
            </a:r>
          </a:p>
          <a:p>
            <a:r>
              <a:t>Includes numerical and categorical features</a:t>
            </a:r>
          </a:p>
          <a:p>
            <a:r>
              <a:t>Target variable created based on business 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Checked missing values and duplicates</a:t>
            </a:r>
          </a:p>
          <a:p>
            <a:r>
              <a:t>Ensured correct data types</a:t>
            </a:r>
          </a:p>
          <a:p>
            <a:r>
              <a:t>Verified class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Univariate and bivariate analysis performed</a:t>
            </a:r>
          </a:p>
          <a:p>
            <a:r>
              <a:t>Identified correlations between features</a:t>
            </a:r>
          </a:p>
          <a:p>
            <a:r>
              <a:t>Detected outliers and skewed distributions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EDA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Certain numerical features strongly influence target</a:t>
            </a:r>
          </a:p>
          <a:p>
            <a:r>
              <a:t>Categorical features required encoding</a:t>
            </a:r>
          </a:p>
          <a:p>
            <a:r>
              <a:t>Some imbalance observed in target variable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Numerical features scaled using StandardScaler</a:t>
            </a:r>
          </a:p>
          <a:p>
            <a:r>
              <a:t>Categorical features encoded using OneHotEncoder</a:t>
            </a:r>
          </a:p>
          <a:p>
            <a:r>
              <a:t>ColumnTransformer used for consistency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Pipeline-based model training</a:t>
            </a:r>
          </a:p>
          <a:p>
            <a:r>
              <a:t>Train-test split applied</a:t>
            </a:r>
          </a:p>
          <a:p>
            <a:r>
              <a:t>Multiple models tested (Logistic, Tree-based)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used: Accuracy, Precision, Recall, F1-score</a:t>
            </a:r>
          </a:p>
          <a:p>
            <a:r>
              <a:t>Best model selected based on balanced performance</a:t>
            </a:r>
          </a:p>
          <a:p>
            <a:r>
              <a:t>Cross-validation ensured stability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Trained pipeline saved using Joblib</a:t>
            </a:r>
          </a:p>
          <a:p>
            <a:r>
              <a:t>Prediction API built using Python function</a:t>
            </a:r>
          </a:p>
          <a:p>
            <a:r>
              <a:t>Streamlit used for frontend UI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mismatch between training &amp; inference</a:t>
            </a:r>
          </a:p>
          <a:p>
            <a:r>
              <a:t>Data type issues in user inputs</a:t>
            </a:r>
          </a:p>
          <a:p>
            <a:r>
              <a:t>Streamlit execution errors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consistent pipeline for training &amp; prediction</a:t>
            </a:r>
          </a:p>
          <a:p>
            <a:r>
              <a:t>Converted user inputs into DataFrame</a:t>
            </a:r>
          </a:p>
          <a:p>
            <a:r>
              <a:t>Handled missing &amp; unknown categories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manual effort</a:t>
            </a:r>
          </a:p>
          <a:p>
            <a:r>
              <a:t>Faster and consistent predictions</a:t>
            </a:r>
          </a:p>
          <a:p>
            <a:r>
              <a:t>Scalable solution for real-world use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built an end-to-end ML system</a:t>
            </a:r>
          </a:p>
          <a:p>
            <a:r>
              <a:t>Covers data → model → deployment lifecycle</a:t>
            </a:r>
          </a:p>
          <a:p>
            <a:r>
              <a:t>Ready for production &amp; enhancement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monitoring &amp; retraining</a:t>
            </a:r>
          </a:p>
          <a:p>
            <a:r>
              <a:t>Cloud deployment (AWS / Azure)</a:t>
            </a:r>
          </a:p>
          <a:p>
            <a:r>
              <a:t>Advanced UI &amp; API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